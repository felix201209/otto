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tto\otto-repo\temp-slides\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tto\otto-repo\temp-slides\S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tto\otto-repo\temp-slides\S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tto\otto-repo\temp-slides\S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tto\otto-repo\temp-slides\S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tto\otto-repo\temp-slides\S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tto\otto-repo\temp-slides\S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tto\otto-repo\temp-slides\S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Otto</dc:creator>
  <cp:lastModifiedBy>Otto</cp:lastModifiedBy>
  <cp:revision>1</cp:revision>
  <dcterms:created xsi:type="dcterms:W3CDTF">2026-07-14T12:37:40Z</dcterms:created>
  <dcterms:modified xsi:type="dcterms:W3CDTF">2026-07-14T12:37:40Z</dcterms:modified>
</cp:coreProperties>
</file>