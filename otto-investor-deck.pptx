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Otto：你的 AI 数字同事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每个员工每天浪费 2.1 小时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把你的工作工具全部 AI 化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开箱即用的 8 大办公技能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值得信赖的质量保证体系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纯 Node.js · 零 Python · 全平台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一句话 → 可交付 PPTX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让 Otto 成为你团队的第 N+1 个成员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otto\otto-repo\temp-slides\S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otto\otto-repo\temp-slides\S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otto\otto-repo\temp-slides\S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otto\otto-repo\temp-slides\S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otto\otto-repo\temp-slides\S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otto\otto-repo\temp-slides\S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otto\otto-repo\temp-slides\S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otto\otto-repo\temp-slides\S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Otto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Otto Investor Deck - Your AI Coworker</dc:subject>
  <dc:creator>Otto</dc:creator>
  <cp:lastModifiedBy>Otto</cp:lastModifiedBy>
  <cp:revision>1</cp:revision>
  <dcterms:created xsi:type="dcterms:W3CDTF">2026-07-14T12:41:06Z</dcterms:created>
  <dcterms:modified xsi:type="dcterms:W3CDTF">2026-07-14T12:41:06Z</dcterms:modified>
</cp:coreProperties>
</file>